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2">
          <p15:clr>
            <a:srgbClr val="747775"/>
          </p15:clr>
        </p15:guide>
        <p15:guide id="2" pos="953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 orient="horz"/>
        <p:guide pos="95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425" lIns="455425" spcFirstLastPara="1" rIns="455425" wrap="square" tIns="455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3"/>
              <a:buChar char="●"/>
              <a:defRPr sz="25903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3"/>
              <a:buChar char="○"/>
              <a:defRPr sz="25903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3"/>
              <a:buChar char="■"/>
              <a:defRPr sz="25903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3"/>
              <a:buChar char="●"/>
              <a:defRPr sz="25903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3"/>
              <a:buChar char="○"/>
              <a:defRPr sz="25903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3"/>
              <a:buChar char="■"/>
              <a:defRPr sz="25903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3"/>
              <a:buChar char="●"/>
              <a:defRPr sz="25903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3"/>
              <a:buChar char="○"/>
              <a:defRPr sz="25903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3"/>
              <a:buChar char="■"/>
              <a:defRPr sz="25903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33"/>
              <a:buChar char="●"/>
              <a:defRPr sz="17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7933"/>
              <a:buChar char="○"/>
              <a:defRPr sz="17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7933"/>
              <a:buChar char="■"/>
              <a:defRPr sz="17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7933"/>
              <a:buChar char="●"/>
              <a:defRPr sz="17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7933"/>
              <a:buChar char="○"/>
              <a:defRPr sz="17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7933"/>
              <a:buChar char="■"/>
              <a:defRPr sz="17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7933"/>
              <a:buChar char="●"/>
              <a:defRPr sz="17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7933"/>
              <a:buChar char="○"/>
              <a:defRPr sz="17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7933"/>
              <a:buChar char="■"/>
              <a:defRPr sz="17933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Char char="●"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Char char="○"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Char char="■"/>
              <a:defRPr sz="13948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425" lIns="455425" spcFirstLastPara="1" rIns="455425" wrap="square" tIns="455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955"/>
              <a:buChar char="●"/>
              <a:defRPr sz="11955"/>
            </a:lvl1pPr>
            <a:lvl2pPr lvl="1">
              <a:spcBef>
                <a:spcPts val="0"/>
              </a:spcBef>
              <a:spcAft>
                <a:spcPts val="0"/>
              </a:spcAft>
              <a:buSzPts val="11955"/>
              <a:buChar char="○"/>
              <a:defRPr sz="11955"/>
            </a:lvl2pPr>
            <a:lvl3pPr lvl="2">
              <a:spcBef>
                <a:spcPts val="0"/>
              </a:spcBef>
              <a:spcAft>
                <a:spcPts val="0"/>
              </a:spcAft>
              <a:buSzPts val="11955"/>
              <a:buChar char="■"/>
              <a:defRPr sz="11955"/>
            </a:lvl3pPr>
            <a:lvl4pPr lvl="3">
              <a:spcBef>
                <a:spcPts val="0"/>
              </a:spcBef>
              <a:spcAft>
                <a:spcPts val="0"/>
              </a:spcAft>
              <a:buSzPts val="11955"/>
              <a:buChar char="●"/>
              <a:defRPr sz="11955"/>
            </a:lvl4pPr>
            <a:lvl5pPr lvl="4">
              <a:spcBef>
                <a:spcPts val="0"/>
              </a:spcBef>
              <a:spcAft>
                <a:spcPts val="0"/>
              </a:spcAft>
              <a:buSzPts val="11955"/>
              <a:buChar char="○"/>
              <a:defRPr sz="11955"/>
            </a:lvl5pPr>
            <a:lvl6pPr lvl="5">
              <a:spcBef>
                <a:spcPts val="0"/>
              </a:spcBef>
              <a:spcAft>
                <a:spcPts val="0"/>
              </a:spcAft>
              <a:buSzPts val="11955"/>
              <a:buChar char="■"/>
              <a:defRPr sz="11955"/>
            </a:lvl6pPr>
            <a:lvl7pPr lvl="6">
              <a:spcBef>
                <a:spcPts val="0"/>
              </a:spcBef>
              <a:spcAft>
                <a:spcPts val="0"/>
              </a:spcAft>
              <a:buSzPts val="11955"/>
              <a:buChar char="●"/>
              <a:defRPr sz="11955"/>
            </a:lvl7pPr>
            <a:lvl8pPr lvl="7">
              <a:spcBef>
                <a:spcPts val="0"/>
              </a:spcBef>
              <a:spcAft>
                <a:spcPts val="0"/>
              </a:spcAft>
              <a:buSzPts val="11955"/>
              <a:buChar char="○"/>
              <a:defRPr sz="11955"/>
            </a:lvl8pPr>
            <a:lvl9pPr lvl="8">
              <a:spcBef>
                <a:spcPts val="0"/>
              </a:spcBef>
              <a:spcAft>
                <a:spcPts val="0"/>
              </a:spcAft>
              <a:buSzPts val="11955"/>
              <a:buChar char="■"/>
              <a:defRPr sz="11955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608178" lvl="0" marL="4572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10"/>
              <a:buChar char="●"/>
              <a:defRPr sz="23910"/>
            </a:lvl1pPr>
            <a:lvl2pPr lvl="1">
              <a:spcBef>
                <a:spcPts val="0"/>
              </a:spcBef>
              <a:spcAft>
                <a:spcPts val="0"/>
              </a:spcAft>
              <a:buSzPts val="23910"/>
              <a:buChar char="○"/>
              <a:defRPr sz="23910"/>
            </a:lvl2pPr>
            <a:lvl3pPr lvl="2">
              <a:spcBef>
                <a:spcPts val="0"/>
              </a:spcBef>
              <a:spcAft>
                <a:spcPts val="0"/>
              </a:spcAft>
              <a:buSzPts val="23910"/>
              <a:buChar char="■"/>
              <a:defRPr sz="23910"/>
            </a:lvl3pPr>
            <a:lvl4pPr lvl="3">
              <a:spcBef>
                <a:spcPts val="0"/>
              </a:spcBef>
              <a:spcAft>
                <a:spcPts val="0"/>
              </a:spcAft>
              <a:buSzPts val="23910"/>
              <a:buChar char="●"/>
              <a:defRPr sz="23910"/>
            </a:lvl4pPr>
            <a:lvl5pPr lvl="4">
              <a:spcBef>
                <a:spcPts val="0"/>
              </a:spcBef>
              <a:spcAft>
                <a:spcPts val="0"/>
              </a:spcAft>
              <a:buSzPts val="23910"/>
              <a:buChar char="○"/>
              <a:defRPr sz="23910"/>
            </a:lvl5pPr>
            <a:lvl6pPr lvl="5">
              <a:spcBef>
                <a:spcPts val="0"/>
              </a:spcBef>
              <a:spcAft>
                <a:spcPts val="0"/>
              </a:spcAft>
              <a:buSzPts val="23910"/>
              <a:buChar char="■"/>
              <a:defRPr sz="23910"/>
            </a:lvl6pPr>
            <a:lvl7pPr lvl="6">
              <a:spcBef>
                <a:spcPts val="0"/>
              </a:spcBef>
              <a:spcAft>
                <a:spcPts val="0"/>
              </a:spcAft>
              <a:buSzPts val="23910"/>
              <a:buChar char="●"/>
              <a:defRPr sz="23910"/>
            </a:lvl7pPr>
            <a:lvl8pPr lvl="7">
              <a:spcBef>
                <a:spcPts val="0"/>
              </a:spcBef>
              <a:spcAft>
                <a:spcPts val="0"/>
              </a:spcAft>
              <a:buSzPts val="23910"/>
              <a:buChar char="○"/>
              <a:defRPr sz="23910"/>
            </a:lvl8pPr>
            <a:lvl9pPr lvl="8">
              <a:spcBef>
                <a:spcPts val="0"/>
              </a:spcBef>
              <a:spcAft>
                <a:spcPts val="0"/>
              </a:spcAft>
              <a:buSzPts val="23910"/>
              <a:buChar char="■"/>
              <a:defRPr sz="2391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425" lIns="455425" spcFirstLastPara="1" rIns="455425" wrap="square" tIns="455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22"/>
              <a:buChar char="●"/>
              <a:defRPr sz="20922"/>
            </a:lvl1pPr>
            <a:lvl2pPr lvl="1" algn="ctr">
              <a:spcBef>
                <a:spcPts val="0"/>
              </a:spcBef>
              <a:spcAft>
                <a:spcPts val="0"/>
              </a:spcAft>
              <a:buSzPts val="20922"/>
              <a:buChar char="○"/>
              <a:defRPr sz="20922"/>
            </a:lvl2pPr>
            <a:lvl3pPr lvl="2" algn="ctr">
              <a:spcBef>
                <a:spcPts val="0"/>
              </a:spcBef>
              <a:spcAft>
                <a:spcPts val="0"/>
              </a:spcAft>
              <a:buSzPts val="20922"/>
              <a:buChar char="■"/>
              <a:defRPr sz="20922"/>
            </a:lvl3pPr>
            <a:lvl4pPr lvl="3" algn="ctr">
              <a:spcBef>
                <a:spcPts val="0"/>
              </a:spcBef>
              <a:spcAft>
                <a:spcPts val="0"/>
              </a:spcAft>
              <a:buSzPts val="20922"/>
              <a:buChar char="●"/>
              <a:defRPr sz="20922"/>
            </a:lvl4pPr>
            <a:lvl5pPr lvl="4" algn="ctr">
              <a:spcBef>
                <a:spcPts val="0"/>
              </a:spcBef>
              <a:spcAft>
                <a:spcPts val="0"/>
              </a:spcAft>
              <a:buSzPts val="20922"/>
              <a:buChar char="○"/>
              <a:defRPr sz="20922"/>
            </a:lvl5pPr>
            <a:lvl6pPr lvl="5" algn="ctr">
              <a:spcBef>
                <a:spcPts val="0"/>
              </a:spcBef>
              <a:spcAft>
                <a:spcPts val="0"/>
              </a:spcAft>
              <a:buSzPts val="20922"/>
              <a:buChar char="■"/>
              <a:defRPr sz="20922"/>
            </a:lvl6pPr>
            <a:lvl7pPr lvl="6" algn="ctr">
              <a:spcBef>
                <a:spcPts val="0"/>
              </a:spcBef>
              <a:spcAft>
                <a:spcPts val="0"/>
              </a:spcAft>
              <a:buSzPts val="20922"/>
              <a:buChar char="●"/>
              <a:defRPr sz="20922"/>
            </a:lvl7pPr>
            <a:lvl8pPr lvl="7" algn="ctr">
              <a:spcBef>
                <a:spcPts val="0"/>
              </a:spcBef>
              <a:spcAft>
                <a:spcPts val="0"/>
              </a:spcAft>
              <a:buSzPts val="20922"/>
              <a:buChar char="○"/>
              <a:defRPr sz="20922"/>
            </a:lvl8pPr>
            <a:lvl9pPr lvl="8" algn="ctr">
              <a:spcBef>
                <a:spcPts val="0"/>
              </a:spcBef>
              <a:spcAft>
                <a:spcPts val="0"/>
              </a:spcAft>
              <a:buSzPts val="20922"/>
              <a:buChar char="■"/>
              <a:defRPr sz="20922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66"/>
              <a:buNone/>
              <a:defRPr sz="8966"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425" lIns="455425" spcFirstLastPara="1" rIns="455425" wrap="square" tIns="455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776"/>
              <a:buChar char="●"/>
              <a:defRPr sz="59776"/>
            </a:lvl1pPr>
            <a:lvl2pPr lvl="1" algn="ctr">
              <a:spcBef>
                <a:spcPts val="0"/>
              </a:spcBef>
              <a:spcAft>
                <a:spcPts val="0"/>
              </a:spcAft>
              <a:buSzPts val="59776"/>
              <a:buChar char="○"/>
              <a:defRPr sz="59776"/>
            </a:lvl2pPr>
            <a:lvl3pPr lvl="2" algn="ctr">
              <a:spcBef>
                <a:spcPts val="0"/>
              </a:spcBef>
              <a:spcAft>
                <a:spcPts val="0"/>
              </a:spcAft>
              <a:buSzPts val="59776"/>
              <a:buChar char="■"/>
              <a:defRPr sz="59776"/>
            </a:lvl3pPr>
            <a:lvl4pPr lvl="3" algn="ctr">
              <a:spcBef>
                <a:spcPts val="0"/>
              </a:spcBef>
              <a:spcAft>
                <a:spcPts val="0"/>
              </a:spcAft>
              <a:buSzPts val="59776"/>
              <a:buChar char="●"/>
              <a:defRPr sz="59776"/>
            </a:lvl4pPr>
            <a:lvl5pPr lvl="4" algn="ctr">
              <a:spcBef>
                <a:spcPts val="0"/>
              </a:spcBef>
              <a:spcAft>
                <a:spcPts val="0"/>
              </a:spcAft>
              <a:buSzPts val="59776"/>
              <a:buChar char="○"/>
              <a:defRPr sz="59776"/>
            </a:lvl5pPr>
            <a:lvl6pPr lvl="5" algn="ctr">
              <a:spcBef>
                <a:spcPts val="0"/>
              </a:spcBef>
              <a:spcAft>
                <a:spcPts val="0"/>
              </a:spcAft>
              <a:buSzPts val="59776"/>
              <a:buChar char="■"/>
              <a:defRPr sz="59776"/>
            </a:lvl6pPr>
            <a:lvl7pPr lvl="6" algn="ctr">
              <a:spcBef>
                <a:spcPts val="0"/>
              </a:spcBef>
              <a:spcAft>
                <a:spcPts val="0"/>
              </a:spcAft>
              <a:buSzPts val="59776"/>
              <a:buChar char="●"/>
              <a:defRPr sz="59776"/>
            </a:lvl7pPr>
            <a:lvl8pPr lvl="7" algn="ctr">
              <a:spcBef>
                <a:spcPts val="0"/>
              </a:spcBef>
              <a:spcAft>
                <a:spcPts val="0"/>
              </a:spcAft>
              <a:buSzPts val="59776"/>
              <a:buChar char="○"/>
              <a:defRPr sz="59776"/>
            </a:lvl8pPr>
            <a:lvl9pPr lvl="8" algn="ctr">
              <a:spcBef>
                <a:spcPts val="0"/>
              </a:spcBef>
              <a:spcAft>
                <a:spcPts val="0"/>
              </a:spcAft>
              <a:buSzPts val="59776"/>
              <a:buChar char="■"/>
              <a:defRPr sz="59776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indent="-797966" lvl="0" marL="457200" algn="ctr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title="Frame 28674315.jp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30275999" cy="629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title="Frame 28674312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8709055"/>
            <a:ext cx="30275999" cy="40949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